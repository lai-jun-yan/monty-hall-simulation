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8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430F3D-DF9D-76BF-EC05-10D44C2F0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FEB173-6E1D-C890-0DCE-9A1103CD96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D993D7-F1DC-D400-AB71-D89E48109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D52B38F-021C-E38D-EB5E-92E2F77B4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32A271-6314-1050-D750-84F06AAA4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3503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AF42DD-C958-00C5-EB25-3E501308F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DD525C6-E9C6-F7AD-3859-127C75CD1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529C73F-931C-118E-B211-797BF8A8C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4813B2C-4831-6DD5-2C31-317910C35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8345FC-3060-B8B8-0FAE-489F54D02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26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EF40F-703F-8977-48A8-434D4180F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853EBB-F0F3-8E8A-8B66-4649EA57D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A534432-FABD-5526-39AE-02B23C88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9AA32B-8C2A-F3C5-01C8-21C5108A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0B3D22-E7A8-F143-51F9-524F26559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5060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4646B1-3984-4614-DEFF-DCE99DA23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1C0EF0-7AC4-1D9F-995D-187AAEEF2E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9F43AD-8BD9-161D-89E0-8C99BC60F5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7FCADE2-4DF2-3F32-D3D9-A8497E73C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856D3A7-C80E-6C3A-4FF3-E106DD9D9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C5556D8-E618-E19D-BC47-ADF78C083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802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6F7D71-1EBB-6F63-9C22-6F8A0715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9014265-1DB4-D792-49E9-5B38513D8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BCC611E-F33F-3808-A899-185643376C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A0BC31-2D4E-1583-2FC7-120C3008D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974D57-191D-9E3D-5E8E-203266F88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AF8BEBE-89A5-1D27-75BC-69ED91BAA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D6F51FC-59DA-5E80-11C1-3A942E98F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76D16BE-E968-304D-485B-451941446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0461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BF4F91-74A7-C2EA-EC95-5FD7E317A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DE491A4-EE4E-2913-7BA9-37A76C16B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79FCE6B-5E86-48EE-5ECE-ACFA2868A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3684561-2865-8229-7552-341B9503D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044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39CCB7E-8E33-8C8E-E7D3-412CC6B13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7576F09-F551-F09C-7FD7-ED6254F0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08F2F7-FCE6-A06E-2776-42A0F4C9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3578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8789BD-A9B2-AD91-BF1B-4CF60E4AB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117814-6DE8-AA40-70CC-8F2121502C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3527901-D522-50C9-B58F-2F940009D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D8B906B-85F6-61DF-4307-6B898E523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4A8BD70-F032-90A4-E2DA-ACEEC8902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9B860BD-B861-8B4D-4259-B1704CA4B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0872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F0AAE8-B49F-4DA6-BFA6-8A815F28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41B5567-DC86-F57E-C0B8-81EC22A793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0421A4A-85D7-4EAA-2471-029E38F30A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048EB6F-0886-2453-E48F-A0A56EC69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959D69-ECE1-32AE-FC1A-72D811E93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3DC5E8B-3228-3161-4D2C-5F70DEE03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10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A4FEA-AFAF-331F-8D24-5C854CA5C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E111A3D-173F-63D0-EE04-24F2EC024E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B21BF0-843A-9616-CC74-7EB731CCE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60C8B67-0562-0731-092A-F0BB17CD8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011590A-7F57-944A-D56D-38CA3DD8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792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9C83E4D-5440-155A-AD7C-265CCC033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B02CB1B-7700-C061-E331-117F9C973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C0B5B1-2CE5-1810-550B-2B4DCDC86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812DE5-CAD6-0789-F7C3-C7B615E91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AD5E98-E988-4B8D-94AC-F4C604DA2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850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ED9AF3F-F7C3-3516-5675-AC306D54B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21C37C3-5826-4D2A-D961-61CC0EC3AF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A94939-DC2B-ADF4-F60F-64C73DFA5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EC7CD-0132-46A9-805B-E798C8C14E80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570E65D-165F-E7E7-4C93-9351DC998B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2653B26-3CFD-DA6B-F400-112A1F368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37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01ADE5-D822-535E-FB85-912A66398F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統計計算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426C8B-1F33-B9EC-B751-14D622A5F0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賴俊延 林采宣</a:t>
            </a:r>
          </a:p>
        </p:txBody>
      </p:sp>
    </p:spTree>
    <p:extLst>
      <p:ext uri="{BB962C8B-B14F-4D97-AF65-F5344CB8AC3E}">
        <p14:creationId xmlns:p14="http://schemas.microsoft.com/office/powerpoint/2010/main" val="4286330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EFD0CC-C205-117C-D1C2-3A87A61F7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475E865-0F02-3CD2-814C-FA241DC8B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606" y="1735357"/>
            <a:ext cx="6416967" cy="4688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590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38D2-7B20-35C1-DEDA-E15551EF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868441-1C5C-769B-DC96-8A3C09AA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9E6D6E5-EB2B-6C51-26F7-D992CE97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1160" y="1974467"/>
            <a:ext cx="6077680" cy="4399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26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18056-4B0E-3F91-83BB-F5CE0CD86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6131E7-9D31-0160-EC54-C566688BB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619283-1AFC-8B7F-0D76-10B61004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261" y="1807779"/>
            <a:ext cx="6801477" cy="4569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69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AB759-D638-BEF0-56D4-B73A30A3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303D47-C5C2-C7AD-6A01-75CCA5F1B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0AF7C7F-548F-A280-F268-52B0E903B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035" y="1585585"/>
            <a:ext cx="7177022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658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E62DC-E7F9-22BE-0747-2E2356DCB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A9B180-C8BE-4055-F1C9-3EA8EC91C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第一次選到跑車的機率估計值分布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ECE7A87-D940-6B0D-06FB-C4B952623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7034278"/>
              </p:ext>
            </p:extLst>
          </p:nvPr>
        </p:nvGraphicFramePr>
        <p:xfrm>
          <a:off x="1401380" y="1938866"/>
          <a:ext cx="9487338" cy="2696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2446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3162446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316244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570499">
                <a:tc>
                  <a:txBody>
                    <a:bodyPr/>
                    <a:lstStyle/>
                    <a:p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Mean 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Var 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57049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zh-TW" alt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內建的函數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0.333476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0.0002325059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57049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0.332992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0.0002223783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9846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 with controlling var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0.333429</a:t>
                      </a:r>
                    </a:p>
                    <a:p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0.0001163433</a:t>
                      </a:r>
                    </a:p>
                    <a:p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5" name="文字方塊 4">
            <a:extLst>
              <a:ext uri="{FF2B5EF4-FFF2-40B4-BE49-F238E27FC236}">
                <a16:creationId xmlns:a16="http://schemas.microsoft.com/office/drawing/2014/main" id="{9369B184-D58C-9BC0-CD95-BFBCE93DA9D2}"/>
              </a:ext>
            </a:extLst>
          </p:cNvPr>
          <p:cNvSpPr txBox="1"/>
          <p:nvPr/>
        </p:nvSpPr>
        <p:spPr>
          <a:xfrm>
            <a:off x="3531475" y="4988342"/>
            <a:ext cx="55494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 err="1"/>
              <a:t>Var_Red</a:t>
            </a:r>
            <a:r>
              <a:rPr lang="en-US" altLang="zh-TW" sz="4000" dirty="0"/>
              <a:t> = 47.68226</a:t>
            </a:r>
            <a:r>
              <a:rPr lang="zh-TW" altLang="en-US" sz="4000" dirty="0"/>
              <a:t> </a:t>
            </a:r>
            <a:r>
              <a:rPr lang="en-US" altLang="zh-TW" sz="4000" dirty="0"/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1427480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9122F-7C5E-0B16-8E80-00854308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71BCF6-A318-6903-FB9F-AE12CE87F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0F8968E-141C-BE08-510D-61A9FF68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6039" y="1690688"/>
            <a:ext cx="7131741" cy="4686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596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E549A-B877-38A5-871C-2F415C155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A24B85-DFDD-FE02-FBD4-DA9A9AB1D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11C4616-12E6-FEC4-3747-3FEE476BC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1601" y="1816812"/>
            <a:ext cx="6761529" cy="4349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035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26344-36A4-7549-6CB3-497678172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7B00DA-5128-36BA-113F-3BF2D4330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011E1F3-5A75-67C1-FBA5-958989FE9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518" y="1587062"/>
            <a:ext cx="7124522" cy="4905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076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FE065-1083-E3AA-89D2-48DFFEBB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87F900-06DA-417E-F0A2-6F535EBD1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DCD45FD-EC4B-4CB6-6626-A3ED6BC2A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699" y="1564564"/>
            <a:ext cx="7210601" cy="4739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903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60864-559F-FB63-3402-895F31714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6E5A5A-CF25-19DC-37E6-AEE0EC121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286F8BE-0C89-EF83-3D37-4D732B9D8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0671410"/>
              </p:ext>
            </p:extLst>
          </p:nvPr>
        </p:nvGraphicFramePr>
        <p:xfrm>
          <a:off x="1401380" y="1938866"/>
          <a:ext cx="9487338" cy="2696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2446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3162446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316244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570499">
                <a:tc>
                  <a:txBody>
                    <a:bodyPr/>
                    <a:lstStyle/>
                    <a:p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Mean 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Var 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57049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zh-TW" alt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內建的函數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0.666337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0.0002281916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57049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0.666547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0.0002395794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9846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 with controlling var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0.667157</a:t>
                      </a:r>
                    </a:p>
                    <a:p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0.0001117501</a:t>
                      </a:r>
                    </a:p>
                    <a:p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FF48D6A4-D8A0-C217-FB0B-02B961C124A6}"/>
              </a:ext>
            </a:extLst>
          </p:cNvPr>
          <p:cNvSpPr txBox="1"/>
          <p:nvPr/>
        </p:nvSpPr>
        <p:spPr>
          <a:xfrm>
            <a:off x="3531475" y="4988342"/>
            <a:ext cx="55494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 err="1"/>
              <a:t>Var_Red</a:t>
            </a:r>
            <a:r>
              <a:rPr lang="en-US" altLang="zh-TW" sz="4000" dirty="0"/>
              <a:t> = 53.35571%</a:t>
            </a:r>
          </a:p>
        </p:txBody>
      </p:sp>
    </p:spTree>
    <p:extLst>
      <p:ext uri="{BB962C8B-B14F-4D97-AF65-F5344CB8AC3E}">
        <p14:creationId xmlns:p14="http://schemas.microsoft.com/office/powerpoint/2010/main" val="559336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153</Words>
  <Application>Microsoft Office PowerPoint</Application>
  <PresentationFormat>寬螢幕</PresentationFormat>
  <Paragraphs>36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佈景主題</vt:lpstr>
      <vt:lpstr>統計計算</vt:lpstr>
      <vt:lpstr>第一次選到跑車的機率估計值分布</vt:lpstr>
      <vt:lpstr>第一次選到跑車的機率估計值分布</vt:lpstr>
      <vt:lpstr>第一次選到跑車的機率估計值分布</vt:lpstr>
      <vt:lpstr>第一次選到跑車的機率估計值分布</vt:lpstr>
      <vt:lpstr>第一次選到跑車的機率估計值分布</vt:lpstr>
      <vt:lpstr>換門選到跑車的機率估計值分布</vt:lpstr>
      <vt:lpstr>換門選到跑車的機率估計值分布</vt:lpstr>
      <vt:lpstr>換門選到跑車的機率估計值分布</vt:lpstr>
      <vt:lpstr>換門選到跑車的機率估計值分布</vt:lpstr>
      <vt:lpstr>換門選到跑車的機率估計值分布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2</cp:revision>
  <dcterms:created xsi:type="dcterms:W3CDTF">2026-05-11T01:11:19Z</dcterms:created>
  <dcterms:modified xsi:type="dcterms:W3CDTF">2026-05-11T02:05:58Z</dcterms:modified>
</cp:coreProperties>
</file>